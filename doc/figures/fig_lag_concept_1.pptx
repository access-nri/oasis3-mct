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884"/>
  </p:normalViewPr>
  <p:slideViewPr>
    <p:cSldViewPr snapToGrid="0">
      <p:cViewPr varScale="1">
        <p:scale>
          <a:sx n="103" d="100"/>
          <a:sy n="103" d="100"/>
        </p:scale>
        <p:origin x="8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82B0A7-5B48-0412-48DF-6B61C457C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342CB3-28C4-371F-4B85-3F28D5FC5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D9984A-9C1F-3276-32F1-4AC389E8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0AA1-4642-E84B-93C7-A46C5A3D5E98}" type="datetimeFigureOut">
              <a:rPr lang="en-GB" smtClean="0"/>
              <a:t>03/05/2024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9C0532-2CE8-9820-B2FE-A3EF37A03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E8D6A5-FA14-B2AF-DFAC-4EF135515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6609-2B73-2E41-ABA8-86D66755BD3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144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E0D51F-B67F-706A-5474-FD3602E3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881AFE-B3EB-612B-38D3-BADD3FFF0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4E4E4F-8C9E-6A0C-8B8A-B391430C4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0AA1-4642-E84B-93C7-A46C5A3D5E98}" type="datetimeFigureOut">
              <a:rPr lang="en-GB" smtClean="0"/>
              <a:t>03/05/2024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CF2466-A93B-FDD2-CE30-CC5266486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DEA207-E1E6-8F07-C3F4-50F0D4EF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6609-2B73-2E41-ABA8-86D66755BD3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308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6EB61F-B84C-F270-2C2B-55E66367C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7D2816-3148-C1ED-4B11-FF8D5D6B6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61DCFC-1029-236D-3B72-320246F1D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0AA1-4642-E84B-93C7-A46C5A3D5E98}" type="datetimeFigureOut">
              <a:rPr lang="en-GB" smtClean="0"/>
              <a:t>03/05/2024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B341E3-35BA-8895-C9FF-76101DE33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509ED7-AFCA-DEEA-C3D5-9B25C360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6609-2B73-2E41-ABA8-86D66755BD3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834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0D12DC-3AF8-129A-F45D-644BB3177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6A2A85-2502-3430-DF96-346A432E3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961DF7-DF58-B005-596E-11942F3D5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497FE5-631E-D573-EC37-9E337ABE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0AA1-4642-E84B-93C7-A46C5A3D5E98}" type="datetimeFigureOut">
              <a:rPr lang="en-GB" smtClean="0"/>
              <a:t>03/05/2024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18C540-BA1B-79EF-1513-52AA60156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0DEACD-923F-17E8-5CF7-3B8E536AE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6609-2B73-2E41-ABA8-86D66755BD3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570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79D5A7-EFBC-79F1-5552-F77B94CE7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BC456F-CD69-A5F3-6C01-B7624FAFF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A3B5D8B-7B37-7239-65B4-8E08DB028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D2B58F-01EB-6A87-CBE5-AD0153C69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31F4DC-BE7B-2BA1-140F-32DCDEF09E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83FB38A-9075-CABC-7E99-F71EBEBBA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0AA1-4642-E84B-93C7-A46C5A3D5E98}" type="datetimeFigureOut">
              <a:rPr lang="en-GB" smtClean="0"/>
              <a:t>03/05/2024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E8A5E21-EB14-B070-C138-E4D436752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E31A693-2319-6346-2E19-82C88E0E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6609-2B73-2E41-ABA8-86D66755BD3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4648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72EE99-CF86-A946-57DC-AD66FFC95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A484E48-82C5-5BEE-D2AE-DDD313D2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0AA1-4642-E84B-93C7-A46C5A3D5E98}" type="datetimeFigureOut">
              <a:rPr lang="en-GB" smtClean="0"/>
              <a:t>03/05/2024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5F24BEF-4F9E-8EC0-7090-625CB586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51405E-0417-D944-EA14-E64DBDB31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6609-2B73-2E41-ABA8-86D66755BD3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078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FBAED4A-5F6A-F37A-7B21-148CCA15D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0AA1-4642-E84B-93C7-A46C5A3D5E98}" type="datetimeFigureOut">
              <a:rPr lang="en-GB" smtClean="0"/>
              <a:t>03/05/2024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7EF6D4E-511E-D4BB-3C49-923663B9E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8BEE8B-1BF7-F835-D91E-1A716BC0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6609-2B73-2E41-ABA8-86D66755BD3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873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9E5B4B-BACE-589F-632D-5E1B058FA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E6EEAE-305A-146C-F84C-A45A7B7B9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2D1F0CF-60F7-BBC3-6AE3-DA0472F19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AB8E00-6B4D-9C30-42FA-D9EFB74C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0AA1-4642-E84B-93C7-A46C5A3D5E98}" type="datetimeFigureOut">
              <a:rPr lang="en-GB" smtClean="0"/>
              <a:t>03/05/2024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E06B48-A46C-7905-577D-2B022F095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326F87-84CC-7DFB-5733-30E9D02A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6609-2B73-2E41-ABA8-86D66755BD3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29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7C1AF9-4916-5644-5235-6D08A626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59E0E19-5B77-2C2D-D72D-111A06739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83B89B-C508-3775-5C5E-7546A8CDA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1E5493-0099-40B4-45F3-C88FD16C7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0AA1-4642-E84B-93C7-A46C5A3D5E98}" type="datetimeFigureOut">
              <a:rPr lang="en-GB" smtClean="0"/>
              <a:t>03/05/2024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E679C0-BF70-F16B-1ADB-28241F9D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683737-D089-0867-D2DB-0A560A475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6609-2B73-2E41-ABA8-86D66755BD3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22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D4A967-508B-1176-58BF-F2007EAD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59DD108-2176-71FC-8962-128F50C42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E34D3C-36F3-9508-AE2A-439C2EC23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0AA1-4642-E84B-93C7-A46C5A3D5E98}" type="datetimeFigureOut">
              <a:rPr lang="en-GB" smtClean="0"/>
              <a:t>03/05/2024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E2C211-051D-9C28-9755-B006B5A2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F3172F-EEBA-FBED-B3FD-FA8661C8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6609-2B73-2E41-ABA8-86D66755BD3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421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508FBD1-135B-25F0-8675-2CA6A4B29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976260C-9CBF-B17E-2AFD-30378DCE8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73A9E0-7305-4BD9-B9D2-CBD388EDD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0AA1-4642-E84B-93C7-A46C5A3D5E98}" type="datetimeFigureOut">
              <a:rPr lang="en-GB" smtClean="0"/>
              <a:t>03/05/2024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4315A1-1FC1-03FE-9019-74F16945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D94AD7-AF3C-BD93-7D81-919B44978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6609-2B73-2E41-ABA8-86D66755BD3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301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BA74179-E998-69BA-67F0-F6A8742C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130850-3B64-43C5-89A5-DEDBB07B7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1A5050-B12D-262C-C646-4919740CB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80AA1-4642-E84B-93C7-A46C5A3D5E98}" type="datetimeFigureOut">
              <a:rPr lang="en-GB" smtClean="0"/>
              <a:t>03/05/2024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6A6444-50FA-81C3-F25B-A44DE081C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E8A737-22FF-6FA8-BD11-7F34B25A3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56609-2B73-2E41-ABA8-86D66755BD3E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44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E8AEC81-B09A-3F80-F6D1-38E1992ED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2" y="-926757"/>
            <a:ext cx="12462306" cy="879692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D9EA451-EDF0-A1C0-E829-BFE3A69CA4B1}"/>
              </a:ext>
            </a:extLst>
          </p:cNvPr>
          <p:cNvSpPr txBox="1"/>
          <p:nvPr/>
        </p:nvSpPr>
        <p:spPr>
          <a:xfrm>
            <a:off x="6108357" y="4312507"/>
            <a:ext cx="347813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cs typeface="Arial" panose="020B0604020202020204" pitchFamily="34" charset="0"/>
              </a:rPr>
              <a:t>                           oasis_put/oasis_get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73124C9-B818-7791-E858-1CAF770EFD78}"/>
              </a:ext>
            </a:extLst>
          </p:cNvPr>
          <p:cNvSpPr txBox="1"/>
          <p:nvPr/>
        </p:nvSpPr>
        <p:spPr>
          <a:xfrm>
            <a:off x="6112473" y="5008613"/>
            <a:ext cx="347813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cs typeface="Arial" panose="020B0604020202020204" pitchFamily="34" charset="0"/>
              </a:rPr>
              <a:t>                           oasis_put/oasis_get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EE75A66-D23C-76DB-B4EC-CAC73C20F0BA}"/>
              </a:ext>
            </a:extLst>
          </p:cNvPr>
          <p:cNvSpPr txBox="1"/>
          <p:nvPr/>
        </p:nvSpPr>
        <p:spPr>
          <a:xfrm>
            <a:off x="6153660" y="5655286"/>
            <a:ext cx="347813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cs typeface="Arial" panose="020B0604020202020204" pitchFamily="34" charset="0"/>
              </a:rPr>
              <a:t>                           oasis_put/oasis_get</a:t>
            </a:r>
          </a:p>
        </p:txBody>
      </p:sp>
    </p:spTree>
    <p:extLst>
      <p:ext uri="{BB962C8B-B14F-4D97-AF65-F5344CB8AC3E}">
        <p14:creationId xmlns:p14="http://schemas.microsoft.com/office/powerpoint/2010/main" val="12380529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</Words>
  <Application>Microsoft Macintosh PowerPoint</Application>
  <PresentationFormat>Grand écran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Microsoft Office User</dc:creator>
  <cp:lastModifiedBy>Microsoft Office User</cp:lastModifiedBy>
  <cp:revision>2</cp:revision>
  <cp:lastPrinted>2024-05-03T13:08:35Z</cp:lastPrinted>
  <dcterms:created xsi:type="dcterms:W3CDTF">2024-05-03T13:03:07Z</dcterms:created>
  <dcterms:modified xsi:type="dcterms:W3CDTF">2024-05-03T13:08:54Z</dcterms:modified>
</cp:coreProperties>
</file>